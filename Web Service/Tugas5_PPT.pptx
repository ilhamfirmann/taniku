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sldIdLst>
    <p:sldId id="256" r:id="rId4"/>
    <p:sldId id="272" r:id="rId5"/>
    <p:sldId id="261" r:id="rId6"/>
    <p:sldId id="304" r:id="rId7"/>
    <p:sldId id="262" r:id="rId8"/>
    <p:sldId id="305" r:id="rId9"/>
    <p:sldId id="303" r:id="rId10"/>
    <p:sldId id="271" r:id="rId11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D8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40" d="100"/>
          <a:sy n="140" d="100"/>
        </p:scale>
        <p:origin x="774" y="1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705210"/>
            <a:ext cx="9144000" cy="5227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22793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 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Oval 1"/>
          <p:cNvSpPr/>
          <p:nvPr userDrawn="1"/>
        </p:nvSpPr>
        <p:spPr>
          <a:xfrm>
            <a:off x="2699792" y="699542"/>
            <a:ext cx="3744416" cy="3744416"/>
          </a:xfrm>
          <a:prstGeom prst="ellipse">
            <a:avLst/>
          </a:prstGeom>
          <a:solidFill>
            <a:schemeClr val="accent1">
              <a:alpha val="77000"/>
            </a:schemeClr>
          </a:soli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195486"/>
            <a:ext cx="842493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536" y="771550"/>
            <a:ext cx="842493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457713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339502"/>
            <a:ext cx="424847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915566"/>
            <a:ext cx="424847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92773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9246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720790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792334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63879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0241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0" y="0"/>
            <a:ext cx="4104456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995686"/>
            <a:ext cx="9144000" cy="28803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6313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347864" y="131536"/>
            <a:ext cx="5796136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24000" y="3465106"/>
            <a:ext cx="432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5812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937417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1968708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6533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795621" y="230919"/>
            <a:ext cx="3294112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613166" y="3399271"/>
            <a:ext cx="3293944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795621" y="1815095"/>
            <a:ext cx="172819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5621504" y="1814524"/>
            <a:ext cx="1468228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178918" y="230919"/>
            <a:ext cx="172819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7589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4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57041" y="1313860"/>
            <a:ext cx="6438182" cy="32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81898" y="1731279"/>
            <a:ext cx="3085597" cy="2281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607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3507854"/>
            <a:ext cx="9144000" cy="1635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25" y="1079005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66328" y="1217153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42432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0" y="2253238"/>
            <a:ext cx="4572000" cy="47357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0" y="2726814"/>
            <a:ext cx="45720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1" r:id="rId3"/>
    <p:sldLayoutId id="2147483660" r:id="rId4"/>
    <p:sldLayoutId id="2147483662" r:id="rId5"/>
    <p:sldLayoutId id="2147483655" r:id="rId6"/>
    <p:sldLayoutId id="2147483663" r:id="rId7"/>
    <p:sldLayoutId id="2147483664" r:id="rId8"/>
    <p:sldLayoutId id="2147483668" r:id="rId9"/>
    <p:sldLayoutId id="2147483665" r:id="rId10"/>
    <p:sldLayoutId id="2147483670" r:id="rId11"/>
    <p:sldLayoutId id="2147483672" r:id="rId12"/>
    <p:sldLayoutId id="2147483656" r:id="rId1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g"/><Relationship Id="rId4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sz="3600" dirty="0" smtClean="0">
                <a:ea typeface="맑은 고딕" pitchFamily="50" charset="-127"/>
              </a:rPr>
              <a:t>PORTAL BERITA ANDROID INTEKNO</a:t>
            </a:r>
            <a:endParaRPr lang="en-US" altLang="ko-KR" sz="36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altLang="ko-KR" dirty="0" smtClean="0"/>
              <a:t>IMPLEMENTASI REST</a:t>
            </a:r>
            <a:endParaRPr lang="en-US" altLang="ko-KR" dirty="0"/>
          </a:p>
        </p:txBody>
      </p:sp>
      <p:sp>
        <p:nvSpPr>
          <p:cNvPr id="5" name="TextBox 4"/>
          <p:cNvSpPr txBox="1"/>
          <p:nvPr/>
        </p:nvSpPr>
        <p:spPr>
          <a:xfrm>
            <a:off x="7596336" y="19548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LogoType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OUR TEAM</a:t>
            </a:r>
            <a:endParaRPr lang="ko-KR" altLang="en-US" dirty="0"/>
          </a:p>
        </p:txBody>
      </p:sp>
      <p:grpSp>
        <p:nvGrpSpPr>
          <p:cNvPr id="54" name="Group 53"/>
          <p:cNvGrpSpPr/>
          <p:nvPr/>
        </p:nvGrpSpPr>
        <p:grpSpPr>
          <a:xfrm>
            <a:off x="611560" y="3075806"/>
            <a:ext cx="1728192" cy="633442"/>
            <a:chOff x="3779911" y="3327771"/>
            <a:chExt cx="1584177" cy="633442"/>
          </a:xfrm>
        </p:grpSpPr>
        <p:sp>
          <p:nvSpPr>
            <p:cNvPr id="55" name="Text Placeholder 17"/>
            <p:cNvSpPr txBox="1">
              <a:spLocks/>
            </p:cNvSpPr>
            <p:nvPr/>
          </p:nvSpPr>
          <p:spPr>
            <a:xfrm>
              <a:off x="3779911" y="3327771"/>
              <a:ext cx="1584177" cy="318675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Ridwan Maulana</a:t>
              </a:r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6" name="Text Placeholder 18"/>
            <p:cNvSpPr txBox="1">
              <a:spLocks/>
            </p:cNvSpPr>
            <p:nvPr/>
          </p:nvSpPr>
          <p:spPr>
            <a:xfrm>
              <a:off x="3779911" y="3711633"/>
              <a:ext cx="1584177" cy="249580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 smtClean="0">
                  <a:solidFill>
                    <a:schemeClr val="accent1"/>
                  </a:solidFill>
                  <a:cs typeface="Arial" pitchFamily="34" charset="0"/>
                </a:rPr>
                <a:t>167006068</a:t>
              </a:r>
              <a:endParaRPr lang="en-US" sz="1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680666" y="3075806"/>
            <a:ext cx="1728192" cy="633442"/>
            <a:chOff x="3779911" y="3327771"/>
            <a:chExt cx="1584177" cy="633442"/>
          </a:xfrm>
        </p:grpSpPr>
        <p:sp>
          <p:nvSpPr>
            <p:cNvPr id="59" name="Text Placeholder 17"/>
            <p:cNvSpPr txBox="1">
              <a:spLocks/>
            </p:cNvSpPr>
            <p:nvPr/>
          </p:nvSpPr>
          <p:spPr>
            <a:xfrm>
              <a:off x="3779911" y="3327771"/>
              <a:ext cx="1584177" cy="318675"/>
            </a:xfrm>
            <a:prstGeom prst="rect">
              <a:avLst/>
            </a:prstGeom>
            <a:solidFill>
              <a:schemeClr val="accent2"/>
            </a:solidFill>
            <a:ln w="19050">
              <a:noFill/>
            </a:ln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Deica</a:t>
              </a:r>
              <a:r>
                <a:rPr lang="en-US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sz="12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Martiya</a:t>
              </a:r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0" name="Text Placeholder 18"/>
            <p:cNvSpPr txBox="1">
              <a:spLocks/>
            </p:cNvSpPr>
            <p:nvPr/>
          </p:nvSpPr>
          <p:spPr>
            <a:xfrm>
              <a:off x="3779911" y="3711633"/>
              <a:ext cx="1584177" cy="249580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chemeClr val="accent2"/>
                  </a:solidFill>
                  <a:cs typeface="Arial" pitchFamily="34" charset="0"/>
                </a:rPr>
                <a:t>167006096</a:t>
              </a:r>
              <a:endParaRPr lang="en-US" sz="14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4749772" y="3075806"/>
            <a:ext cx="1728192" cy="633442"/>
            <a:chOff x="3779911" y="3327771"/>
            <a:chExt cx="1584177" cy="633442"/>
          </a:xfrm>
        </p:grpSpPr>
        <p:sp>
          <p:nvSpPr>
            <p:cNvPr id="63" name="Text Placeholder 17"/>
            <p:cNvSpPr txBox="1">
              <a:spLocks/>
            </p:cNvSpPr>
            <p:nvPr/>
          </p:nvSpPr>
          <p:spPr>
            <a:xfrm>
              <a:off x="3779911" y="3327771"/>
              <a:ext cx="1584177" cy="318675"/>
            </a:xfrm>
            <a:prstGeom prst="rect">
              <a:avLst/>
            </a:prstGeom>
            <a:solidFill>
              <a:schemeClr val="accent3"/>
            </a:solidFill>
            <a:ln w="19050">
              <a:noFill/>
            </a:ln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Ilham</a:t>
              </a:r>
              <a:r>
                <a:rPr lang="en-US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sz="12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Firmansyah</a:t>
              </a:r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4" name="Text Placeholder 18"/>
            <p:cNvSpPr txBox="1">
              <a:spLocks/>
            </p:cNvSpPr>
            <p:nvPr/>
          </p:nvSpPr>
          <p:spPr>
            <a:xfrm>
              <a:off x="3779911" y="3711633"/>
              <a:ext cx="1584177" cy="249580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 smtClean="0">
                  <a:solidFill>
                    <a:schemeClr val="accent3"/>
                  </a:solidFill>
                  <a:cs typeface="Arial" pitchFamily="34" charset="0"/>
                </a:rPr>
                <a:t>167006106</a:t>
              </a:r>
              <a:endParaRPr lang="en-US" sz="14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6818878" y="3075806"/>
            <a:ext cx="1728192" cy="633442"/>
            <a:chOff x="3779911" y="3327771"/>
            <a:chExt cx="1584177" cy="633442"/>
          </a:xfrm>
        </p:grpSpPr>
        <p:sp>
          <p:nvSpPr>
            <p:cNvPr id="67" name="Text Placeholder 17"/>
            <p:cNvSpPr txBox="1">
              <a:spLocks/>
            </p:cNvSpPr>
            <p:nvPr/>
          </p:nvSpPr>
          <p:spPr>
            <a:xfrm>
              <a:off x="3779911" y="3327771"/>
              <a:ext cx="1584177" cy="318675"/>
            </a:xfrm>
            <a:prstGeom prst="rect">
              <a:avLst/>
            </a:prstGeom>
            <a:solidFill>
              <a:schemeClr val="accent4"/>
            </a:solidFill>
            <a:ln w="19050">
              <a:noFill/>
            </a:ln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Kennaldy</a:t>
              </a:r>
              <a:r>
                <a:rPr lang="en-US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sz="12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Rachmat</a:t>
              </a:r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8" name="Text Placeholder 18"/>
            <p:cNvSpPr txBox="1">
              <a:spLocks/>
            </p:cNvSpPr>
            <p:nvPr/>
          </p:nvSpPr>
          <p:spPr>
            <a:xfrm>
              <a:off x="3779911" y="3711633"/>
              <a:ext cx="1584177" cy="249580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 smtClean="0">
                  <a:solidFill>
                    <a:schemeClr val="accent4"/>
                  </a:solidFill>
                  <a:cs typeface="Arial" pitchFamily="34" charset="0"/>
                </a:rPr>
                <a:t>167006008</a:t>
              </a:r>
              <a:endParaRPr lang="en-US" sz="14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</p:grpSp>
      <p:pic>
        <p:nvPicPr>
          <p:cNvPr id="7" name="Picture Placeholder 6"/>
          <p:cNvPicPr>
            <a:picLocks noGrp="1" noChangeAspect="1"/>
          </p:cNvPicPr>
          <p:nvPr>
            <p:ph type="pic" idx="1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" r="4"/>
          <a:stretch>
            <a:fillRect/>
          </a:stretch>
        </p:blipFill>
        <p:spPr/>
      </p:pic>
      <p:pic>
        <p:nvPicPr>
          <p:cNvPr id="9" name="Picture Placeholder 8"/>
          <p:cNvPicPr>
            <a:picLocks noGrp="1" noChangeAspect="1"/>
          </p:cNvPicPr>
          <p:nvPr>
            <p:ph type="pic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" r="260"/>
          <a:stretch>
            <a:fillRect/>
          </a:stretch>
        </p:blipFill>
        <p:spPr/>
      </p:pic>
      <p:pic>
        <p:nvPicPr>
          <p:cNvPr id="11" name="Picture Placeholder 10"/>
          <p:cNvPicPr>
            <a:picLocks noGrp="1" noChangeAspect="1"/>
          </p:cNvPicPr>
          <p:nvPr>
            <p:ph type="pic" idx="14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pic>
        <p:nvPicPr>
          <p:cNvPr id="16" name="Picture Placeholder 15"/>
          <p:cNvPicPr>
            <a:picLocks noGrp="1" noChangeAspect="1"/>
          </p:cNvPicPr>
          <p:nvPr>
            <p:ph type="pic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7" r="176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51959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/>
          </p:cNvSpPr>
          <p:nvPr/>
        </p:nvSpPr>
        <p:spPr>
          <a:xfrm>
            <a:off x="2411760" y="267494"/>
            <a:ext cx="6732240" cy="576064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Tools </a:t>
            </a:r>
            <a:r>
              <a:rPr lang="en-US" sz="3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untuk</a:t>
            </a:r>
            <a:r>
              <a:rPr 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Server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2984973" y="1131591"/>
            <a:ext cx="5611091" cy="576000"/>
            <a:chOff x="2984973" y="1131591"/>
            <a:chExt cx="5611091" cy="576000"/>
          </a:xfrm>
        </p:grpSpPr>
        <p:sp>
          <p:nvSpPr>
            <p:cNvPr id="4" name="Round Same Side Corner Rectangle 3"/>
            <p:cNvSpPr/>
            <p:nvPr/>
          </p:nvSpPr>
          <p:spPr>
            <a:xfrm rot="5400000">
              <a:off x="5719936" y="-1240513"/>
              <a:ext cx="432048" cy="532020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" name="AutoShape 92"/>
            <p:cNvSpPr>
              <a:spLocks noChangeAspect="1" noChangeArrowheads="1"/>
            </p:cNvSpPr>
            <p:nvPr/>
          </p:nvSpPr>
          <p:spPr bwMode="auto">
            <a:xfrm rot="16200000" flipH="1">
              <a:off x="2984973" y="1131591"/>
              <a:ext cx="576000" cy="576000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accent1"/>
              </a:solidFill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988072" y="1234925"/>
              <a:ext cx="569802" cy="369332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1"/>
                  </a:solidFill>
                  <a:cs typeface="Arial" pitchFamily="34" charset="0"/>
                </a:rPr>
                <a:t>01</a:t>
              </a:r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3667248" y="1258262"/>
              <a:ext cx="4752528" cy="307777"/>
            </a:xfrm>
            <a:prstGeom prst="rect">
              <a:avLst/>
            </a:prstGeom>
            <a:noFill/>
            <a:effectLst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400" b="1" dirty="0" smtClean="0">
                  <a:solidFill>
                    <a:schemeClr val="bg1"/>
                  </a:solidFill>
                  <a:cs typeface="Arial" pitchFamily="34" charset="0"/>
                </a:rPr>
                <a:t>PHP</a:t>
              </a:r>
              <a:endParaRPr lang="en-US" altLang="ko-KR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526670" y="1697876"/>
            <a:ext cx="478974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Bahasa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pemrograman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untuk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sisi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server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dan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service Portal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Berita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2984973" y="2023433"/>
            <a:ext cx="5611091" cy="576000"/>
            <a:chOff x="2984973" y="2023433"/>
            <a:chExt cx="5611091" cy="576000"/>
          </a:xfrm>
        </p:grpSpPr>
        <p:sp>
          <p:nvSpPr>
            <p:cNvPr id="15" name="Round Same Side Corner Rectangle 14"/>
            <p:cNvSpPr/>
            <p:nvPr/>
          </p:nvSpPr>
          <p:spPr>
            <a:xfrm rot="5400000">
              <a:off x="5719936" y="-348671"/>
              <a:ext cx="432048" cy="532020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6" name="AutoShape 92"/>
            <p:cNvSpPr>
              <a:spLocks noChangeAspect="1" noChangeArrowheads="1"/>
            </p:cNvSpPr>
            <p:nvPr/>
          </p:nvSpPr>
          <p:spPr bwMode="auto">
            <a:xfrm rot="16200000" flipH="1">
              <a:off x="2984973" y="2023433"/>
              <a:ext cx="576000" cy="576000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accent2"/>
              </a:solidFill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988072" y="2126767"/>
              <a:ext cx="569802" cy="369332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2"/>
                  </a:solidFill>
                  <a:cs typeface="Arial" pitchFamily="34" charset="0"/>
                </a:rPr>
                <a:t>02</a:t>
              </a:r>
            </a:p>
          </p:txBody>
        </p:sp>
        <p:sp>
          <p:nvSpPr>
            <p:cNvPr id="18" name="TextBox 17"/>
            <p:cNvSpPr txBox="1"/>
            <p:nvPr/>
          </p:nvSpPr>
          <p:spPr bwMode="auto">
            <a:xfrm>
              <a:off x="3667248" y="2150104"/>
              <a:ext cx="4752528" cy="307777"/>
            </a:xfrm>
            <a:prstGeom prst="rect">
              <a:avLst/>
            </a:prstGeom>
            <a:noFill/>
            <a:effectLst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400" b="1" dirty="0" smtClean="0">
                  <a:solidFill>
                    <a:schemeClr val="bg1"/>
                  </a:solidFill>
                  <a:cs typeface="Arial" pitchFamily="34" charset="0"/>
                </a:rPr>
                <a:t>MySQL</a:t>
              </a:r>
              <a:endParaRPr lang="en-US" altLang="ko-KR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526670" y="2589718"/>
            <a:ext cx="478974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Database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untuk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dat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a-data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artikel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Portal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Berita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InTekno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2984973" y="2915275"/>
            <a:ext cx="5611091" cy="576000"/>
            <a:chOff x="2984973" y="2915275"/>
            <a:chExt cx="5611091" cy="576000"/>
          </a:xfrm>
        </p:grpSpPr>
        <p:sp>
          <p:nvSpPr>
            <p:cNvPr id="20" name="Round Same Side Corner Rectangle 19"/>
            <p:cNvSpPr/>
            <p:nvPr/>
          </p:nvSpPr>
          <p:spPr>
            <a:xfrm rot="5400000">
              <a:off x="5719936" y="543171"/>
              <a:ext cx="432048" cy="532020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1" name="AutoShape 92"/>
            <p:cNvSpPr>
              <a:spLocks noChangeAspect="1" noChangeArrowheads="1"/>
            </p:cNvSpPr>
            <p:nvPr/>
          </p:nvSpPr>
          <p:spPr bwMode="auto">
            <a:xfrm rot="16200000" flipH="1">
              <a:off x="2984973" y="2915275"/>
              <a:ext cx="576000" cy="576000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accent3"/>
              </a:solidFill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988072" y="3018609"/>
              <a:ext cx="569802" cy="369332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3"/>
                  </a:solidFill>
                  <a:cs typeface="Arial" pitchFamily="34" charset="0"/>
                </a:rPr>
                <a:t>03</a:t>
              </a:r>
            </a:p>
          </p:txBody>
        </p:sp>
        <p:sp>
          <p:nvSpPr>
            <p:cNvPr id="23" name="TextBox 22"/>
            <p:cNvSpPr txBox="1"/>
            <p:nvPr/>
          </p:nvSpPr>
          <p:spPr bwMode="auto">
            <a:xfrm>
              <a:off x="3667248" y="3041946"/>
              <a:ext cx="4752528" cy="307777"/>
            </a:xfrm>
            <a:prstGeom prst="rect">
              <a:avLst/>
            </a:prstGeom>
            <a:noFill/>
            <a:effectLst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400" b="1" dirty="0" smtClean="0">
                  <a:solidFill>
                    <a:schemeClr val="bg1"/>
                  </a:solidFill>
                  <a:cs typeface="Arial" pitchFamily="34" charset="0"/>
                </a:rPr>
                <a:t>Apache</a:t>
              </a:r>
              <a:endParaRPr lang="en-US" altLang="ko-KR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3526670" y="3481560"/>
            <a:ext cx="478974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Web Server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untu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k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menjalankan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server Portal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Berita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2984973" y="3807117"/>
            <a:ext cx="5611091" cy="576000"/>
            <a:chOff x="2984973" y="3807117"/>
            <a:chExt cx="5611091" cy="576000"/>
          </a:xfrm>
        </p:grpSpPr>
        <p:sp>
          <p:nvSpPr>
            <p:cNvPr id="25" name="Round Same Side Corner Rectangle 24"/>
            <p:cNvSpPr/>
            <p:nvPr/>
          </p:nvSpPr>
          <p:spPr>
            <a:xfrm rot="5400000">
              <a:off x="5719936" y="1435013"/>
              <a:ext cx="432048" cy="532020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6" name="AutoShape 92"/>
            <p:cNvSpPr>
              <a:spLocks noChangeAspect="1" noChangeArrowheads="1"/>
            </p:cNvSpPr>
            <p:nvPr/>
          </p:nvSpPr>
          <p:spPr bwMode="auto">
            <a:xfrm rot="16200000" flipH="1">
              <a:off x="2984973" y="3807117"/>
              <a:ext cx="576000" cy="576000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accent4"/>
              </a:solidFill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988072" y="3910451"/>
              <a:ext cx="569802" cy="369332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4"/>
                  </a:solidFill>
                  <a:cs typeface="Arial" pitchFamily="34" charset="0"/>
                </a:rPr>
                <a:t>04</a:t>
              </a:r>
            </a:p>
          </p:txBody>
        </p:sp>
        <p:sp>
          <p:nvSpPr>
            <p:cNvPr id="28" name="TextBox 27"/>
            <p:cNvSpPr txBox="1"/>
            <p:nvPr/>
          </p:nvSpPr>
          <p:spPr bwMode="auto">
            <a:xfrm>
              <a:off x="3667248" y="3933788"/>
              <a:ext cx="4752528" cy="307777"/>
            </a:xfrm>
            <a:prstGeom prst="rect">
              <a:avLst/>
            </a:prstGeom>
            <a:noFill/>
            <a:effectLst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Your Text Here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526670" y="4373402"/>
            <a:ext cx="478974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</a:t>
            </a:r>
          </a:p>
        </p:txBody>
      </p:sp>
    </p:spTree>
    <p:extLst>
      <p:ext uri="{BB962C8B-B14F-4D97-AF65-F5344CB8AC3E}">
        <p14:creationId xmlns:p14="http://schemas.microsoft.com/office/powerpoint/2010/main" val="1095055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/>
          </p:cNvSpPr>
          <p:nvPr/>
        </p:nvSpPr>
        <p:spPr>
          <a:xfrm>
            <a:off x="2411760" y="267494"/>
            <a:ext cx="6732240" cy="576064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Tools </a:t>
            </a:r>
            <a:r>
              <a:rPr lang="en-US" sz="3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untuk</a:t>
            </a:r>
            <a:r>
              <a:rPr 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Client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2984973" y="1131591"/>
            <a:ext cx="5611091" cy="576000"/>
            <a:chOff x="2984973" y="1131591"/>
            <a:chExt cx="5611091" cy="576000"/>
          </a:xfrm>
        </p:grpSpPr>
        <p:sp>
          <p:nvSpPr>
            <p:cNvPr id="4" name="Round Same Side Corner Rectangle 3"/>
            <p:cNvSpPr/>
            <p:nvPr/>
          </p:nvSpPr>
          <p:spPr>
            <a:xfrm rot="5400000">
              <a:off x="5719936" y="-1240513"/>
              <a:ext cx="432048" cy="532020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" name="AutoShape 92"/>
            <p:cNvSpPr>
              <a:spLocks noChangeAspect="1" noChangeArrowheads="1"/>
            </p:cNvSpPr>
            <p:nvPr/>
          </p:nvSpPr>
          <p:spPr bwMode="auto">
            <a:xfrm rot="16200000" flipH="1">
              <a:off x="2984973" y="1131591"/>
              <a:ext cx="576000" cy="576000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accent1"/>
              </a:solidFill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988072" y="1234925"/>
              <a:ext cx="569802" cy="369332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1"/>
                  </a:solidFill>
                  <a:cs typeface="Arial" pitchFamily="34" charset="0"/>
                </a:rPr>
                <a:t>01</a:t>
              </a:r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3667248" y="1258262"/>
              <a:ext cx="4752528" cy="307777"/>
            </a:xfrm>
            <a:prstGeom prst="rect">
              <a:avLst/>
            </a:prstGeom>
            <a:noFill/>
            <a:effectLst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400" b="1" dirty="0" smtClean="0">
                  <a:solidFill>
                    <a:schemeClr val="bg1"/>
                  </a:solidFill>
                  <a:cs typeface="Arial" pitchFamily="34" charset="0"/>
                </a:rPr>
                <a:t>Android Studio</a:t>
              </a:r>
              <a:endParaRPr lang="en-US" altLang="ko-KR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526670" y="1697876"/>
            <a:ext cx="478974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IDE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untuk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membuat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aplikasi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Portal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Berita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InTekno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2984973" y="2023433"/>
            <a:ext cx="5611091" cy="576000"/>
            <a:chOff x="2984973" y="2023433"/>
            <a:chExt cx="5611091" cy="576000"/>
          </a:xfrm>
        </p:grpSpPr>
        <p:sp>
          <p:nvSpPr>
            <p:cNvPr id="15" name="Round Same Side Corner Rectangle 14"/>
            <p:cNvSpPr/>
            <p:nvPr/>
          </p:nvSpPr>
          <p:spPr>
            <a:xfrm rot="5400000">
              <a:off x="5719936" y="-348671"/>
              <a:ext cx="432048" cy="532020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6" name="AutoShape 92"/>
            <p:cNvSpPr>
              <a:spLocks noChangeAspect="1" noChangeArrowheads="1"/>
            </p:cNvSpPr>
            <p:nvPr/>
          </p:nvSpPr>
          <p:spPr bwMode="auto">
            <a:xfrm rot="16200000" flipH="1">
              <a:off x="2984973" y="2023433"/>
              <a:ext cx="576000" cy="576000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accent2"/>
              </a:solidFill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988072" y="2126767"/>
              <a:ext cx="569802" cy="369332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2"/>
                  </a:solidFill>
                  <a:cs typeface="Arial" pitchFamily="34" charset="0"/>
                </a:rPr>
                <a:t>02</a:t>
              </a:r>
            </a:p>
          </p:txBody>
        </p:sp>
        <p:sp>
          <p:nvSpPr>
            <p:cNvPr id="18" name="TextBox 17"/>
            <p:cNvSpPr txBox="1"/>
            <p:nvPr/>
          </p:nvSpPr>
          <p:spPr bwMode="auto">
            <a:xfrm>
              <a:off x="3667248" y="2150104"/>
              <a:ext cx="4752528" cy="307777"/>
            </a:xfrm>
            <a:prstGeom prst="rect">
              <a:avLst/>
            </a:prstGeom>
            <a:noFill/>
            <a:effectLst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Retrofit &amp; </a:t>
              </a:r>
              <a:r>
                <a:rPr lang="en-US" altLang="ko-KR" sz="1400" b="1" dirty="0" err="1">
                  <a:solidFill>
                    <a:schemeClr val="bg1"/>
                  </a:solidFill>
                  <a:cs typeface="Arial" pitchFamily="34" charset="0"/>
                </a:rPr>
                <a:t>Gson</a:t>
              </a: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-Converter</a:t>
              </a:r>
              <a:endParaRPr lang="en-US" altLang="ko-KR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526670" y="2589718"/>
            <a:ext cx="478974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dirty="0" smtClean="0"/>
              <a:t>Tools </a:t>
            </a:r>
            <a:r>
              <a:rPr lang="en-US" sz="1200" dirty="0" err="1" smtClean="0"/>
              <a:t>atau</a:t>
            </a:r>
            <a:r>
              <a:rPr lang="en-US" sz="1200" dirty="0" smtClean="0"/>
              <a:t> package </a:t>
            </a:r>
            <a:r>
              <a:rPr lang="en-US" sz="1200" dirty="0" err="1" smtClean="0"/>
              <a:t>untuk</a:t>
            </a:r>
            <a:r>
              <a:rPr lang="en-US" sz="1200" dirty="0" smtClean="0"/>
              <a:t> </a:t>
            </a:r>
            <a:r>
              <a:rPr lang="en-US" sz="1200" dirty="0"/>
              <a:t>API manager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2984973" y="2915275"/>
            <a:ext cx="5611091" cy="576000"/>
            <a:chOff x="2984973" y="2915275"/>
            <a:chExt cx="5611091" cy="576000"/>
          </a:xfrm>
        </p:grpSpPr>
        <p:sp>
          <p:nvSpPr>
            <p:cNvPr id="20" name="Round Same Side Corner Rectangle 19"/>
            <p:cNvSpPr/>
            <p:nvPr/>
          </p:nvSpPr>
          <p:spPr>
            <a:xfrm rot="5400000">
              <a:off x="5719936" y="543171"/>
              <a:ext cx="432048" cy="532020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1" name="AutoShape 92"/>
            <p:cNvSpPr>
              <a:spLocks noChangeAspect="1" noChangeArrowheads="1"/>
            </p:cNvSpPr>
            <p:nvPr/>
          </p:nvSpPr>
          <p:spPr bwMode="auto">
            <a:xfrm rot="16200000" flipH="1">
              <a:off x="2984973" y="2915275"/>
              <a:ext cx="576000" cy="576000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accent3"/>
              </a:solidFill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988072" y="3018609"/>
              <a:ext cx="569802" cy="369332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3"/>
                  </a:solidFill>
                  <a:cs typeface="Arial" pitchFamily="34" charset="0"/>
                </a:rPr>
                <a:t>03</a:t>
              </a:r>
            </a:p>
          </p:txBody>
        </p:sp>
        <p:sp>
          <p:nvSpPr>
            <p:cNvPr id="23" name="TextBox 22"/>
            <p:cNvSpPr txBox="1"/>
            <p:nvPr/>
          </p:nvSpPr>
          <p:spPr bwMode="auto">
            <a:xfrm>
              <a:off x="3667248" y="3041946"/>
              <a:ext cx="4752528" cy="307777"/>
            </a:xfrm>
            <a:prstGeom prst="rect">
              <a:avLst/>
            </a:prstGeom>
            <a:noFill/>
            <a:effectLst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400" b="1" dirty="0" err="1">
                  <a:solidFill>
                    <a:schemeClr val="bg1"/>
                  </a:solidFill>
                  <a:cs typeface="Arial" pitchFamily="34" charset="0"/>
                </a:rPr>
                <a:t>Piccasso</a:t>
              </a:r>
              <a:endParaRPr lang="en-US" altLang="ko-KR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3526670" y="3481560"/>
            <a:ext cx="478974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Tools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atau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package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untuk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menampilkan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gambar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dari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internet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2984973" y="3807117"/>
            <a:ext cx="5611091" cy="576000"/>
            <a:chOff x="2984973" y="3807117"/>
            <a:chExt cx="5611091" cy="576000"/>
          </a:xfrm>
        </p:grpSpPr>
        <p:sp>
          <p:nvSpPr>
            <p:cNvPr id="25" name="Round Same Side Corner Rectangle 24"/>
            <p:cNvSpPr/>
            <p:nvPr/>
          </p:nvSpPr>
          <p:spPr>
            <a:xfrm rot="5400000">
              <a:off x="5719936" y="1435013"/>
              <a:ext cx="432048" cy="532020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6" name="AutoShape 92"/>
            <p:cNvSpPr>
              <a:spLocks noChangeAspect="1" noChangeArrowheads="1"/>
            </p:cNvSpPr>
            <p:nvPr/>
          </p:nvSpPr>
          <p:spPr bwMode="auto">
            <a:xfrm rot="16200000" flipH="1">
              <a:off x="2984973" y="3807117"/>
              <a:ext cx="576000" cy="576000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accent4"/>
              </a:solidFill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988072" y="3910451"/>
              <a:ext cx="569802" cy="369332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4"/>
                  </a:solidFill>
                  <a:cs typeface="Arial" pitchFamily="34" charset="0"/>
                </a:rPr>
                <a:t>04</a:t>
              </a:r>
            </a:p>
          </p:txBody>
        </p:sp>
        <p:sp>
          <p:nvSpPr>
            <p:cNvPr id="28" name="TextBox 27"/>
            <p:cNvSpPr txBox="1"/>
            <p:nvPr/>
          </p:nvSpPr>
          <p:spPr bwMode="auto">
            <a:xfrm>
              <a:off x="3667248" y="3933788"/>
              <a:ext cx="4752528" cy="307777"/>
            </a:xfrm>
            <a:prstGeom prst="rect">
              <a:avLst/>
            </a:prstGeom>
            <a:noFill/>
            <a:effectLst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Recycler View</a:t>
              </a:r>
              <a:endParaRPr lang="en-US" altLang="ko-KR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526670" y="4373402"/>
            <a:ext cx="478974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Tools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atau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package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untuk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menampilkan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list/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daftar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253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699792" y="2427734"/>
            <a:ext cx="3744416" cy="576063"/>
          </a:xfrm>
        </p:spPr>
        <p:txBody>
          <a:bodyPr/>
          <a:lstStyle/>
          <a:p>
            <a:r>
              <a:rPr lang="en-US" altLang="ko-KR" dirty="0" smtClean="0"/>
              <a:t>DEMO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699644" y="3003798"/>
            <a:ext cx="3744416" cy="288032"/>
          </a:xfrm>
        </p:spPr>
        <p:txBody>
          <a:bodyPr/>
          <a:lstStyle/>
          <a:p>
            <a:pPr lvl="0"/>
            <a:r>
              <a:rPr lang="en-US" altLang="ko-KR" dirty="0" smtClean="0"/>
              <a:t>PORTAL BERITA INTEKNO</a:t>
            </a:r>
            <a:endParaRPr lang="en-US" altLang="ko-KR" dirty="0"/>
          </a:p>
        </p:txBody>
      </p:sp>
      <p:sp>
        <p:nvSpPr>
          <p:cNvPr id="4" name="Rounded Rectangle 27"/>
          <p:cNvSpPr/>
          <p:nvPr/>
        </p:nvSpPr>
        <p:spPr>
          <a:xfrm>
            <a:off x="4241667" y="1835984"/>
            <a:ext cx="660663" cy="50747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55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SERVICE DAN SERVER INTEKNO</a:t>
            </a:r>
            <a:endParaRPr lang="ko-KR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621" y="1491630"/>
            <a:ext cx="6486758" cy="31713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688" y="1563638"/>
            <a:ext cx="3752624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860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APLIKASI CLIENT ANDROID INTEKNO</a:t>
            </a:r>
            <a:endParaRPr lang="ko-KR" altLang="en-US" dirty="0"/>
          </a:p>
        </p:txBody>
      </p:sp>
      <p:sp>
        <p:nvSpPr>
          <p:cNvPr id="15" name="Rectangle 9"/>
          <p:cNvSpPr/>
          <p:nvPr/>
        </p:nvSpPr>
        <p:spPr>
          <a:xfrm>
            <a:off x="2656958" y="4085658"/>
            <a:ext cx="300550" cy="281341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Rectangle 36"/>
          <p:cNvSpPr/>
          <p:nvPr/>
        </p:nvSpPr>
        <p:spPr>
          <a:xfrm>
            <a:off x="2682574" y="1676566"/>
            <a:ext cx="249318" cy="208411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8" name="Rounded Rectangle 27"/>
          <p:cNvSpPr/>
          <p:nvPr/>
        </p:nvSpPr>
        <p:spPr>
          <a:xfrm>
            <a:off x="2669418" y="2897829"/>
            <a:ext cx="270085" cy="207462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9" name="Rectangle 30"/>
          <p:cNvSpPr>
            <a:spLocks noChangeAspect="1"/>
          </p:cNvSpPr>
          <p:nvPr/>
        </p:nvSpPr>
        <p:spPr>
          <a:xfrm>
            <a:off x="6217594" y="1622881"/>
            <a:ext cx="279951" cy="279133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36" name="Picture 35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6" b="6723"/>
          <a:stretch/>
        </p:blipFill>
        <p:spPr>
          <a:xfrm>
            <a:off x="3563888" y="1203598"/>
            <a:ext cx="1944216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787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699792" y="2427734"/>
            <a:ext cx="3744416" cy="576063"/>
          </a:xfrm>
        </p:spPr>
        <p:txBody>
          <a:bodyPr/>
          <a:lstStyle/>
          <a:p>
            <a:r>
              <a:rPr lang="en-US" altLang="ko-KR" dirty="0" smtClean="0"/>
              <a:t>TERIMA KASIH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30612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ection Break Sl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1495</TotalTime>
  <Words>123</Words>
  <Application>Microsoft Office PowerPoint</Application>
  <PresentationFormat>On-screen Show (16:9)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맑은 고딕</vt:lpstr>
      <vt:lpstr>Arial</vt:lpstr>
      <vt:lpstr>Arial Unicode MS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Ridwan Maulana</dc:creator>
  <cp:lastModifiedBy>Ridwan Maulana</cp:lastModifiedBy>
  <cp:revision>112</cp:revision>
  <dcterms:created xsi:type="dcterms:W3CDTF">2016-12-05T23:26:54Z</dcterms:created>
  <dcterms:modified xsi:type="dcterms:W3CDTF">2019-05-07T05:19:36Z</dcterms:modified>
</cp:coreProperties>
</file>